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Digital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Path to Organizational Excellence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22F37"/>
          </a:solidFill>
        </p:spPr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Digital transformation is no longer optional</a:t>
            </a:r>
          </a:p>
          <a:p>
            <a:pPr/>
            <a:r>
              <a:t>Companies must adapt to changing market dynamics</a:t>
            </a:r>
          </a:p>
          <a:p>
            <a:pPr/>
            <a:r>
              <a:t>This presentation outlines key strategic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22F37"/>
          </a:solidFill>
        </p:spPr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75% of companies report accelerated digital adoption</a:t>
            </a:r>
          </a:p>
          <a:p>
            <a:pPr/>
            <a:r>
              <a:t>Cloud computing market growth: 18% YoY</a:t>
            </a:r>
          </a:p>
          <a:p>
            <a:pPr/>
            <a:r>
              <a:t>AI integration projected to add $15.7T to global GDP by 2030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Growth Performance</a:t>
            </a:r>
          </a:p>
        </p:txBody>
      </p:sp>
      <p:pic>
        <p:nvPicPr>
          <p:cNvPr id="4" name="Picture 3" descr="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Strong year-over-year growth</a:t>
            </a:r>
          </a:p>
          <a:p>
            <a:pPr/>
            <a:r>
              <a:t>45% increase in 2021</a:t>
            </a:r>
          </a:p>
          <a:p>
            <a:pPr/>
            <a:r>
              <a:t>95% projected by 2024</a:t>
            </a:r>
          </a:p>
          <a:p>
            <a:pPr/>
            <a:r>
              <a:t>Outperformed industry average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Market Share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Internal Market Analysis Report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Success Indicators</a:t>
            </a:r>
          </a:p>
        </p:txBody>
      </p:sp>
      <p:pic>
        <p:nvPicPr>
          <p:cNvPr id="4" name="Picture 3" descr="target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Customer Satisfaction</a:t>
            </a:r>
          </a:p>
          <a:p>
            <a:pPr/>
            <a:r>
              <a:t>Net Promoter Score &gt; 50</a:t>
            </a:r>
          </a:p>
          <a:p>
            <a:pPr/>
            <a:r>
              <a:t>Customer Retention &gt; 90%</a:t>
            </a:r>
          </a:p>
          <a:p>
            <a:pPr/>
            <a:r>
              <a:t>Response Time &lt; 24hrs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1: Foundation (Q1-Q2)</a:t>
            </a:r>
          </a:p>
          <a:p>
            <a:pPr/>
            <a:r>
              <a:t>   • Infrastructure modernization</a:t>
            </a:r>
          </a:p>
          <a:p>
            <a:pPr/>
            <a:r>
              <a:t>   • Team capability building</a:t>
            </a:r>
          </a:p>
          <a:p>
            <a:pPr/>
            <a:r>
              <a:t>Phase 2: Acceleration (Q3-Q4)</a:t>
            </a:r>
          </a:p>
          <a:p>
            <a:pPr/>
            <a:r>
              <a:t>   • Core system integration</a:t>
            </a:r>
          </a:p>
          <a:p>
            <a:pPr/>
            <a:r>
              <a:t>   • Pilot program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oadma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Strategic Roadmap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Four-phase approach to digital transformation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22F37"/>
          </a:solidFill>
        </p:spPr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Customer satisfaction: +15%</a:t>
            </a:r>
          </a:p>
          <a:p>
            <a:pPr/>
            <a:r>
              <a:t>Cost reduction: 20%</a:t>
            </a:r>
          </a:p>
          <a:p>
            <a:pPr/>
            <a:r>
              <a:t>Time-to-market: 30% faster</a:t>
            </a:r>
          </a:p>
          <a:p>
            <a:pPr/>
            <a:r>
              <a:t>Revenue growth: 12% YoY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Strategic digital transformation drives sustainable growth</a:t>
            </a:r>
          </a:p>
          <a:p>
            <a:pPr/>
            <a:r>
              <a:t>Leadership commitment is critical for success</a:t>
            </a:r>
          </a:p>
          <a:p>
            <a:pPr/>
            <a:r>
              <a:t>Continuous adaptation to market changes is essential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